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ec2cd60fa44f70" /><Relationship Type="http://schemas.openxmlformats.org/officeDocument/2006/relationships/extended-properties" Target="/docProps/app.xml" Id="Rc0ab738a7d104005" /><Relationship Type="http://schemas.openxmlformats.org/officeDocument/2006/relationships/officeDocument" Target="/ppt/presentation.xml" Id="R3e7403c774a049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cbcfe356cf4139"/>
  </p:sldMasterIdLst>
  <p:notesMasterIdLst>
    <p:notesMasterId xmlns:r="http://schemas.openxmlformats.org/officeDocument/2006/relationships" r:id="Ra5cb166d0f28458f"/>
  </p:notesMasterIdLst>
  <p:sldIdLst>
    <p:sldId xmlns:r="http://schemas.openxmlformats.org/officeDocument/2006/relationships" id="256" r:id="Re46a9a9194c648c2"/>
    <p:sldId xmlns:r="http://schemas.openxmlformats.org/officeDocument/2006/relationships" id="257" r:id="R0e5fa01895774a7b"/>
    <p:sldId xmlns:r="http://schemas.openxmlformats.org/officeDocument/2006/relationships" id="258" r:id="R70cf2dd9e75c4b22"/>
    <p:sldId xmlns:r="http://schemas.openxmlformats.org/officeDocument/2006/relationships" id="259" r:id="R9faab038c0284b60"/>
    <p:sldId xmlns:r="http://schemas.openxmlformats.org/officeDocument/2006/relationships" id="260" r:id="R238046dd322f43f7"/>
    <p:sldId xmlns:r="http://schemas.openxmlformats.org/officeDocument/2006/relationships" id="261" r:id="Ra5f09cbf207a4914"/>
    <p:sldId xmlns:r="http://schemas.openxmlformats.org/officeDocument/2006/relationships" id="262" r:id="R5dd921abb2b84171"/>
    <p:sldId xmlns:r="http://schemas.openxmlformats.org/officeDocument/2006/relationships" id="263" r:id="Re7c8b400569742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24440c2fbc4db9" /><Relationship Type="http://schemas.openxmlformats.org/officeDocument/2006/relationships/slideMaster" Target="/ppt/slideMasters/slideMaster1.xml" Id="R9bcbcfe356cf4139" /><Relationship Type="http://schemas.openxmlformats.org/officeDocument/2006/relationships/notesMaster" Target="/ppt/notesMasters/notesMaster1.xml" Id="Ra5cb166d0f28458f" /><Relationship Type="http://schemas.openxmlformats.org/officeDocument/2006/relationships/presProps" Target="/ppt/presProps.xml" Id="Rda61c88903014bf1" /><Relationship Type="http://schemas.openxmlformats.org/officeDocument/2006/relationships/tableStyles" Target="/ppt/tableStyles.xml" Id="R29cd508a2ce745fd" /><Relationship Type="http://schemas.openxmlformats.org/officeDocument/2006/relationships/slide" Target="/ppt/slides/slide1.xml" Id="Re46a9a9194c648c2" /><Relationship Type="http://schemas.openxmlformats.org/officeDocument/2006/relationships/slide" Target="/ppt/slides/slide2.xml" Id="R0e5fa01895774a7b" /><Relationship Type="http://schemas.openxmlformats.org/officeDocument/2006/relationships/slide" Target="/ppt/slides/slide3.xml" Id="R70cf2dd9e75c4b22" /><Relationship Type="http://schemas.openxmlformats.org/officeDocument/2006/relationships/slide" Target="/ppt/slides/slide4.xml" Id="R9faab038c0284b60" /><Relationship Type="http://schemas.openxmlformats.org/officeDocument/2006/relationships/slide" Target="/ppt/slides/slide5.xml" Id="R238046dd322f43f7" /><Relationship Type="http://schemas.openxmlformats.org/officeDocument/2006/relationships/slide" Target="/ppt/slides/slide6.xml" Id="Ra5f09cbf207a4914" /><Relationship Type="http://schemas.openxmlformats.org/officeDocument/2006/relationships/slide" Target="/ppt/slides/slide7.xml" Id="R5dd921abb2b84171" /><Relationship Type="http://schemas.openxmlformats.org/officeDocument/2006/relationships/slide" Target="/ppt/slides/slide8.xml" Id="Re7c8b400569742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7e04062f3443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6aa605de5746a2" /><Relationship Type="http://schemas.openxmlformats.org/officeDocument/2006/relationships/notesMaster" Target="/ppt/notesMasters/notesMaster1.xml" Id="R665f1cc99ee449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a17f9d003241ac" /><Relationship Type="http://schemas.openxmlformats.org/officeDocument/2006/relationships/notesMaster" Target="/ppt/notesMasters/notesMaster1.xml" Id="R8a0d68af55314b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83f3ca618b4f0e" /><Relationship Type="http://schemas.openxmlformats.org/officeDocument/2006/relationships/notesMaster" Target="/ppt/notesMasters/notesMaster1.xml" Id="R40db759e307141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cbbd6931e54e66" /><Relationship Type="http://schemas.openxmlformats.org/officeDocument/2006/relationships/notesMaster" Target="/ppt/notesMasters/notesMaster1.xml" Id="Rc223c247022b44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03ad6532cf4395" /><Relationship Type="http://schemas.openxmlformats.org/officeDocument/2006/relationships/notesMaster" Target="/ppt/notesMasters/notesMaster1.xml" Id="R59f91d72027b4f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cda69518be49ca" /><Relationship Type="http://schemas.openxmlformats.org/officeDocument/2006/relationships/notesMaster" Target="/ppt/notesMasters/notesMaster1.xml" Id="R56032a9f4b9243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9b5b73ad154fae" /><Relationship Type="http://schemas.openxmlformats.org/officeDocument/2006/relationships/notesMaster" Target="/ppt/notesMasters/notesMaster1.xml" Id="Rd3f51e4b77e944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3a3afef2d44774" /><Relationship Type="http://schemas.openxmlformats.org/officeDocument/2006/relationships/notesMaster" Target="/ppt/notesMasters/notesMaster1.xml" Id="R41d24ff377f64d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https://giwa.io/gasok</a:t>
            </a:r>
          </a:p>
          <a:p xmlns:a="http://schemas.openxmlformats.org/drawingml/2006/main">
            <a:r>
              <a:t>- https://github.com/eomyunsig-debug/forge-giwa-launch-mvp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https://github.com/eomyunsig-debug/forge-giwa-launch-mvp</a:t>
            </a:r>
          </a:p>
          <a:p xmlns:a="http://schemas.openxmlformats.org/drawingml/2006/main">
            <a:r>
              <a:t>- https://github.com/eomyunsig-debug/forge-giwa-launch-mvp/blob/main/docs/giwa-launch/threat-model.md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 is the read-only public demo backed by a local Anvil vertical-run record, not live GIWA market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https://github.com/eomyunsig-debug/forge-giwa-launch-mvp</a:t>
            </a:r>
          </a:p>
          <a:p xmlns:a="http://schemas.openxmlformats.org/drawingml/2006/main">
            <a:r>
              <a:t>- https://github.com/eomyunsig-debug/forge-giwa-launch-mvp/blob/main/docs/giwa-launch/verification-report.md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https://giwa.io/gasok</a:t>
            </a:r>
          </a:p>
          <a:p xmlns:a="http://schemas.openxmlformats.org/drawingml/2006/main">
            <a:r>
              <a:t>- https://docs.giwa.io/get-started/connect-to-giwa</a:t>
            </a:r>
          </a:p>
          <a:p xmlns:a="http://schemas.openxmlformats.org/drawingml/2006/main">
            <a:r>
              <a:t>- https://github.com/eomyunsig-debug/forge-giwa-launch-mvp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12 accounts are deterministic local test accounts. They are implementation evidence, not user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https://github.com/eomyunsig-debug/forge-giwa-launch-mvp/blob/main/docs/giwa-launch/verification-report.md</a:t>
            </a:r>
          </a:p>
          <a:p xmlns:a="http://schemas.openxmlformats.org/drawingml/2006/main">
            <a:r>
              <a:t>- https://github.com/eomyunsig-debug/forge-giwa-launch-mvp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https://giwa.io/gasok</a:t>
            </a:r>
          </a:p>
          <a:p xmlns:a="http://schemas.openxmlformats.org/drawingml/2006/main">
            <a:r>
              <a:t>- https://github.com/eomyunsig-debug/forge-giwa-launch-mvp</a:t>
            </a:r>
          </a:p>
          <a:p xmlns:a="http://schemas.openxmlformats.org/drawingml/2006/main">
            <a:r>
              <a:t>- https://github.com/eomyunsig-debug/forge-giwa-launch-mvp/blob/main/docs/giwa-launch/verification-report.md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https://giwa.io/gasok</a:t>
            </a:r>
          </a:p>
          <a:p xmlns:a="http://schemas.openxmlformats.org/drawingml/2006/main">
            <a:r>
              <a:t>- https://docs.giwa.io/get-started/smart-contract/develop/foundry</a:t>
            </a:r>
          </a:p>
          <a:p xmlns:a="http://schemas.openxmlformats.org/drawingml/2006/main">
            <a:r>
              <a:t>- https://github.com/eomyunsig-debug/forge-giwa-launch-mvp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https://giwa.io/gasok</a:t>
            </a:r>
          </a:p>
          <a:p xmlns:a="http://schemas.openxmlformats.org/drawingml/2006/main">
            <a:r>
              <a:t>- https://docs.giwa.io/get-started/connect-to-giwa</a:t>
            </a:r>
          </a:p>
          <a:p xmlns:a="http://schemas.openxmlformats.org/drawingml/2006/main">
            <a:r>
              <a:t>- https://github.com/eomyunsig-debug/forge-giwa-launch-mvp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7866819e54b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03efbdf1464f8f" /><Relationship Type="http://schemas.openxmlformats.org/officeDocument/2006/relationships/slideLayout" Target="/ppt/slideLayouts/slideLayout1.xml" Id="Rf4f1eba3c43246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f1eba3c43246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7a4e4e4a84286" /><Relationship Type="http://schemas.openxmlformats.org/officeDocument/2006/relationships/notesSlide" Target="/ppt/notesSlides/notesSlide1.xml" Id="R862b2ad52a6a41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8476c26c24346" /><Relationship Type="http://schemas.openxmlformats.org/officeDocument/2006/relationships/notesSlide" Target="/ppt/notesSlides/notesSlide2.xml" Id="R7ea7c4bf3a3848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7dfd914884735" /><Relationship Type="http://schemas.openxmlformats.org/officeDocument/2006/relationships/image" Target="/ppt/media/image.png" Id="R486613e6408c42d3" /><Relationship Type="http://schemas.openxmlformats.org/officeDocument/2006/relationships/notesSlide" Target="/ppt/notesSlides/notesSlide3.xml" Id="R8e3fee0042774f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80070409a4b2c" /><Relationship Type="http://schemas.openxmlformats.org/officeDocument/2006/relationships/notesSlide" Target="/ppt/notesSlides/notesSlide4.xml" Id="R3c95fb5a3f4742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c9365678c4ec4" /><Relationship Type="http://schemas.openxmlformats.org/officeDocument/2006/relationships/notesSlide" Target="/ppt/notesSlides/notesSlide5.xml" Id="R75c99dc700dd4b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e26e862c34840" /><Relationship Type="http://schemas.openxmlformats.org/officeDocument/2006/relationships/notesSlide" Target="/ppt/notesSlides/notesSlide6.xml" Id="Rf596af7f9bcb4b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1a421d3154969" /><Relationship Type="http://schemas.openxmlformats.org/officeDocument/2006/relationships/notesSlide" Target="/ppt/notesSlides/notesSlide7.xml" Id="R189877d8c4f54b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fe7acb4b4312" /><Relationship Type="http://schemas.openxmlformats.org/officeDocument/2006/relationships/notesSlide" Target="/ppt/notesSlides/notesSlide8.xml" Id="R80fbe28770ad42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0222C6B5-D636-429C-916B-9C3940F1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Forge
위험을 숨기지 않는 런치 마켓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F0F4D26-C135-4EA5-B97D-A2EB9AC5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GIWA Sepolia를 목표로 검증 가능한 위험 사실을 거래 전에 보여줍니다.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B0EF366-04B0-4DE1-9E64-328D5425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GASOK · MVP BUILD</a:t>
            </a:r>
          </a:p>
        </p:txBody>
      </p:sp>
      <p:sp>
        <p:nvSpPr>
          <p:cNvPr id="4" name="forge-lime-accent">
            <a:extLst xmlns:a="http://schemas.openxmlformats.org/drawingml/2006/main">
              <a:ext uri="{FF2B5EF4-FFF2-40B4-BE49-F238E27FC236}">
                <a16:creationId xmlns:a16="http://schemas.microsoft.com/office/drawing/2014/main" id="{105D100B-67E8-4143-94F3-2C808BBC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95425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85290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C094E47-9210-4B24-9732-383030CD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8B08C9B-7199-458F-9718-7C717AE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토큰 런치 UX는 속도를 보여주지만, 위험은 뒤로 숨깁니다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C3F5CD4B-DB8E-45A9-B6BB-CE41D431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2E11E06D-4EDF-46C6-BC1A-6F33210D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DF4FE8A-DABB-4180-87B9-8955E347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유동성 통제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LP 원금 인출 경로와 락 구조를 가격 신호와 별개로 보여줍니다.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AD2CC70-2C7C-4164-9AC1-5F4DCFE4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분배 집중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홀더 수와 상위 집중도, 창작자 물량을 각각 검증합니다.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F4D5C30C-4407-49F8-8E9A-6664249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2630B3B-0B0D-4546-AE29-5F938ECF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8437B3CD-2CA4-4A82-B39A-E5B7D093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7FE5572-5E7E-4A6D-8AC1-BA279255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관리자 권한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추가 민팅, 블랙리스트, 세금 권한을 거래 전에 분리해 확인합니다.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4BD50D9E-022E-49E1-AB5E-AC6EC516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2FC16AC0-74AF-4CDD-B3FD-21F553E6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한국 리테일이 마주하는 문제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가격과 거래량은 즉시 보이지만, 관리 권한·유동성 통제·분배 집중은 여러 화면과 컨트랙트를 직접 읽어야 드러납니다.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Forge는 이를 하나의 모호한 안전 점수로 축약하지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798690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E1A6965-0AC5-43AF-8131-11892B4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22B1B67-8186-4935-AC1C-E0FA235A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위험 사실이 먼저 보입니다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87905E23-11CD-4C3E-B092-2569633E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7D517BFD-D7B2-4326-8A25-7A155D46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결정 전에 확인할 것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추가 민팅 불가
LP 원금 인출 경로 없음
창작자 물량 온체인 베스팅
홀더 집중도와 인덱서 신선도 분리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613e6408c42d3"/>
          <a:srcRect xmlns:a="http://schemas.openxmlformats.org/drawingml/2006/main" l="19097" t="0" r="190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</p:spPr>
      </p:pic>
    </p:spTree>
    <p:extLst>
      <p:ext uri="{BB962C8B-B14F-4D97-AF65-F5344CB8AC3E}">
        <p14:creationId xmlns:p14="http://schemas.microsoft.com/office/powerpoint/2010/main" val="593226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2AB0AD5-79DC-4255-BC25-60942D5B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7F648DC-1CCF-4CC4-9945-5920ACA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왜 GIWA인가: 한국 리테일과 L2 비용 구조가 제품 전제입니다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3CE2F1B-69B1-47F4-81DE-15C4541D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청중 적합성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한국어 우선 UX와 위험 공개 문제는 GIWA가 연결하려는 한국 리테일 생태계에 직접 맞닿아 있습니다.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2EE2451-7CBE-4B6B-AE96-1506727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비용 적합성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거래 전 온체인 견적·위험 사실·인덱서 정합성을 반복 확인하려면 L2 비용 구조가 필요합니다.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C6A3E89-55DE-42B8-9728-96FB1C7F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월렛 적합성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단일 컬럼 임베드 모드와 컨테이너 지갑 전제로 인앱 탑재 경로를 준비합니다.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61129EB-CA1F-44A3-A53F-2B15C66A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정직한 경계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Forge는 GIWA·두나무·업비트 공식 서비스나 거래지원 경로를 주장하지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849164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FAA2F31A-9BA7-4E49-BA95-D501DDEF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55E056E-1FC8-4B23-98D4-E65CB1FA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265E6BD2-0BD2-49BD-8855-9E4A639F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77C2254-1BB7-4C0A-B8E1-4A1A589F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364DB94-030E-4055-8EAE-3B00BE82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이미 로컬 수직 경로와 보안 경계를 검증했습니다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0410806-D68C-4E78-81C8-63466EC0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Solidity 테스트
fuzz·invariant 포함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7B631AF-3551-40FA-8BCB-11CCCF5E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인덱싱 거래
수직 경로 기록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D87F682-E628-4E06-A14E-414764CA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테스트 홀더
실사용자 아님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05BA41E-D401-400E-937D-CBAEE16A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69 / 69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6EF075E-7990-4A83-A732-97F3BC2E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7889FB8-0B1B-489E-AEED-20E5E914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5B36D029-2B4F-4EDD-9886-AEB35945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실행 증거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런치 → 12개 결정론적 테스트 계정의 매수 → 정확액 승인 → 매도 → 인덱싱 → 새로고침 복구를 실제 Anvil 이벤트로 기록했습니다.</a:t>
            </a:r>
          </a:p>
        </p:txBody>
      </p:sp>
    </p:spTree>
    <p:extLst>
      <p:ext uri="{BB962C8B-B14F-4D97-AF65-F5344CB8AC3E}">
        <p14:creationId xmlns:p14="http://schemas.microsoft.com/office/powerpoint/2010/main" val="6489733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C466E51-1159-4C55-8DDB-9DE1D57D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34054B9-11BC-497E-92C1-4C5B8B96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8개 선발 기준에 각각 확인 가능한 증거를 연결합니다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3E90431-A275-4423-B740-A563FC71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상태 표기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준비 = 제출 가능 · 진행 = 실제 GIWA 영수증 필요 · 입력 = 사용자 정보 또는 외부 참여 필요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기준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상태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현재 증거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남은 증거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주요 링크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GIWA 적합성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진행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Why GIWA·91342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실제 tx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README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독창성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준비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위험 사실 ≠ 점수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Demo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실현 가능성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준비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수직 E2E·CI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Report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시장성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입력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문제·대상 정의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동의 기반 파일럿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Outreach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팀 역량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입력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감사 대응·커밋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팀 프로필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Team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월렛 탑재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준비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embed=wallet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캡처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Demo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실제 구현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진행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로컬 실행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GIWA 배포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Explorer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기술 완성도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준비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69 테스트·invariant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000000"/>
                          </a:solidFill>
                        </a:rPr>
                        <a:t>Verify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7223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3D93B97-54C5-416D-B855-DE86EB5A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5F3F54C-438D-4602-A6A2-C8A028C7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지원 직전에는 세 가지 증거만 닫으면 됩니다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AD2DDB4-265C-4981-B076-3FDA978A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7246BC0-D7C2-4B38-B91D-55D0F89F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365AC70-A4F1-44FA-AE09-635E790E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C7157C4-B80E-4B1B-9787-1CF5C621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D-1 · 코드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D565309-B490-456B-A981-8B8EDCDF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D-1 · 체인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AAD0C2F-AC16-48A8-BA9A-CB6EC210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마감 전 · 제출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0E9836B-1451-4930-8DF8-3B1CFDF6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실제 영수증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사용자 지갑으로 배포·런치·매수·매도 후 익스플로러와 인덱서를 대조합니다.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3A3830A-CF14-42EA-8243-610CEDF6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배포 경로 잠금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GIWA 전용 자체 테스트넷 AMM을 명시적 opt-in과 fail-closed 경계로 준비합니다.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A3AD532-1BE1-4289-A476-8264A627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사람의 증거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팀 프로필과 동의 기반 집계 피드백을 제출하고, 원시 주소·트랜잭션은 공개하지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130237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800EC071-6287-4608-A3ED-8BE9B624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위험 사실이 먼저 보이는
GIWA 런치 마켓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A86CFC6-9CF9-4EB8-A7D7-A709004D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Track 01 · DeFi / RWA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Demo · Public read-only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Chain ID · 91342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CB42EF-DA91-44E0-B326-86C826B0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FORGE</a:t>
            </a:r>
          </a:p>
        </p:txBody>
      </p:sp>
      <p:sp>
        <p:nvSpPr>
          <p:cNvPr id="4" name="forge-lime-accent">
            <a:extLst xmlns:a="http://schemas.openxmlformats.org/drawingml/2006/main">
              <a:ext uri="{FF2B5EF4-FFF2-40B4-BE49-F238E27FC236}">
                <a16:creationId xmlns:a16="http://schemas.microsoft.com/office/drawing/2014/main" id="{403FD0D2-4D4B-44E5-9EEE-FF73914B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767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8160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2026-07-30T06:33:37.4480000Z</dcterms:created>
  <dcterms:modified xsi:type="dcterms:W3CDTF">2026-07-30T06:33:37.4480000Z</dcterms:modified>
</coreProperties>
</file>